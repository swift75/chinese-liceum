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66" r:id="rId2"/>
    <p:sldId id="256" r:id="rId3"/>
    <p:sldId id="270" r:id="rId4"/>
    <p:sldId id="259" r:id="rId5"/>
    <p:sldId id="260" r:id="rId6"/>
    <p:sldId id="261" r:id="rId7"/>
    <p:sldId id="275" r:id="rId8"/>
    <p:sldId id="271" r:id="rId9"/>
    <p:sldId id="272" r:id="rId10"/>
    <p:sldId id="273" r:id="rId11"/>
    <p:sldId id="274" r:id="rId12"/>
    <p:sldId id="269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Максим Савельев" userId="15bbd97c3feb820d" providerId="LiveId" clId="{2E56E7A8-F23E-40E7-8F16-FC52779875E5}"/>
    <pc:docChg chg="undo custSel delSld modSld">
      <pc:chgData name="Максим Савельев" userId="15bbd97c3feb820d" providerId="LiveId" clId="{2E56E7A8-F23E-40E7-8F16-FC52779875E5}" dt="2026-03-26T13:47:06.296" v="447" actId="1076"/>
      <pc:docMkLst>
        <pc:docMk/>
      </pc:docMkLst>
      <pc:sldChg chg="modSp mod">
        <pc:chgData name="Максим Савельев" userId="15bbd97c3feb820d" providerId="LiveId" clId="{2E56E7A8-F23E-40E7-8F16-FC52779875E5}" dt="2026-03-26T12:12:27.081" v="271" actId="1076"/>
        <pc:sldMkLst>
          <pc:docMk/>
          <pc:sldMk cId="664291235" sldId="256"/>
        </pc:sldMkLst>
        <pc:spChg chg="mod">
          <ac:chgData name="Максим Савельев" userId="15bbd97c3feb820d" providerId="LiveId" clId="{2E56E7A8-F23E-40E7-8F16-FC52779875E5}" dt="2026-03-26T12:12:19.296" v="270" actId="1076"/>
          <ac:spMkLst>
            <pc:docMk/>
            <pc:sldMk cId="664291235" sldId="256"/>
            <ac:spMk id="3" creationId="{00000000-0000-0000-0000-000000000000}"/>
          </ac:spMkLst>
        </pc:spChg>
        <pc:spChg chg="mod">
          <ac:chgData name="Максим Савельев" userId="15bbd97c3feb820d" providerId="LiveId" clId="{2E56E7A8-F23E-40E7-8F16-FC52779875E5}" dt="2026-03-26T12:12:27.081" v="271" actId="1076"/>
          <ac:spMkLst>
            <pc:docMk/>
            <pc:sldMk cId="664291235" sldId="256"/>
            <ac:spMk id="6" creationId="{00000000-0000-0000-0000-000000000000}"/>
          </ac:spMkLst>
        </pc:spChg>
        <pc:picChg chg="mod">
          <ac:chgData name="Максим Савельев" userId="15bbd97c3feb820d" providerId="LiveId" clId="{2E56E7A8-F23E-40E7-8F16-FC52779875E5}" dt="2026-03-26T11:47:37.109" v="130" actId="1076"/>
          <ac:picMkLst>
            <pc:docMk/>
            <pc:sldMk cId="664291235" sldId="256"/>
            <ac:picMk id="1026" creationId="{00000000-0000-0000-0000-000000000000}"/>
          </ac:picMkLst>
        </pc:picChg>
      </pc:sldChg>
      <pc:sldChg chg="addSp delSp modSp mod">
        <pc:chgData name="Максим Савельев" userId="15bbd97c3feb820d" providerId="LiveId" clId="{2E56E7A8-F23E-40E7-8F16-FC52779875E5}" dt="2026-03-26T13:36:39.879" v="343" actId="1076"/>
        <pc:sldMkLst>
          <pc:docMk/>
          <pc:sldMk cId="1335103015" sldId="258"/>
        </pc:sldMkLst>
        <pc:spChg chg="mod">
          <ac:chgData name="Максим Савельев" userId="15bbd97c3feb820d" providerId="LiveId" clId="{2E56E7A8-F23E-40E7-8F16-FC52779875E5}" dt="2026-03-26T13:36:31.563" v="340" actId="1076"/>
          <ac:spMkLst>
            <pc:docMk/>
            <pc:sldMk cId="1335103015" sldId="258"/>
            <ac:spMk id="2" creationId="{00000000-0000-0000-0000-000000000000}"/>
          </ac:spMkLst>
        </pc:spChg>
        <pc:picChg chg="add del">
          <ac:chgData name="Максим Савельев" userId="15bbd97c3feb820d" providerId="LiveId" clId="{2E56E7A8-F23E-40E7-8F16-FC52779875E5}" dt="2026-03-26T11:56:34.081" v="259" actId="22"/>
          <ac:picMkLst>
            <pc:docMk/>
            <pc:sldMk cId="1335103015" sldId="258"/>
            <ac:picMk id="3" creationId="{161EEB63-3768-4B55-0ACE-52A835D209AB}"/>
          </ac:picMkLst>
        </pc:picChg>
        <pc:picChg chg="del">
          <ac:chgData name="Максим Савельев" userId="15bbd97c3feb820d" providerId="LiveId" clId="{2E56E7A8-F23E-40E7-8F16-FC52779875E5}" dt="2026-03-26T11:56:32.558" v="256" actId="478"/>
          <ac:picMkLst>
            <pc:docMk/>
            <pc:sldMk cId="1335103015" sldId="258"/>
            <ac:picMk id="5" creationId="{00000000-0000-0000-0000-000000000000}"/>
          </ac:picMkLst>
        </pc:picChg>
        <pc:picChg chg="add mod">
          <ac:chgData name="Максим Савельев" userId="15bbd97c3feb820d" providerId="LiveId" clId="{2E56E7A8-F23E-40E7-8F16-FC52779875E5}" dt="2026-03-26T13:36:39.879" v="343" actId="1076"/>
          <ac:picMkLst>
            <pc:docMk/>
            <pc:sldMk cId="1335103015" sldId="258"/>
            <ac:picMk id="6" creationId="{CE1D516C-B83A-15D4-9310-0C884D7F8827}"/>
          </ac:picMkLst>
        </pc:picChg>
      </pc:sldChg>
      <pc:sldChg chg="addSp delSp modSp mod">
        <pc:chgData name="Максим Савельев" userId="15bbd97c3feb820d" providerId="LiveId" clId="{2E56E7A8-F23E-40E7-8F16-FC52779875E5}" dt="2026-03-26T13:36:49.858" v="346" actId="1076"/>
        <pc:sldMkLst>
          <pc:docMk/>
          <pc:sldMk cId="3127110517" sldId="259"/>
        </pc:sldMkLst>
        <pc:spChg chg="mod">
          <ac:chgData name="Максим Савельев" userId="15bbd97c3feb820d" providerId="LiveId" clId="{2E56E7A8-F23E-40E7-8F16-FC52779875E5}" dt="2026-03-26T13:36:46.621" v="344" actId="1076"/>
          <ac:spMkLst>
            <pc:docMk/>
            <pc:sldMk cId="3127110517" sldId="259"/>
            <ac:spMk id="2" creationId="{00000000-0000-0000-0000-000000000000}"/>
          </ac:spMkLst>
        </pc:spChg>
        <pc:spChg chg="add del">
          <ac:chgData name="Максим Савельев" userId="15bbd97c3feb820d" providerId="LiveId" clId="{2E56E7A8-F23E-40E7-8F16-FC52779875E5}" dt="2026-03-26T12:14:18.267" v="279" actId="22"/>
          <ac:spMkLst>
            <pc:docMk/>
            <pc:sldMk cId="3127110517" sldId="259"/>
            <ac:spMk id="4" creationId="{F7123587-46C8-B7BE-11A8-2EF0C13C561B}"/>
          </ac:spMkLst>
        </pc:spChg>
        <pc:picChg chg="add mod">
          <ac:chgData name="Максим Савельев" userId="15bbd97c3feb820d" providerId="LiveId" clId="{2E56E7A8-F23E-40E7-8F16-FC52779875E5}" dt="2026-03-26T13:36:49.858" v="346" actId="1076"/>
          <ac:picMkLst>
            <pc:docMk/>
            <pc:sldMk cId="3127110517" sldId="259"/>
            <ac:picMk id="5" creationId="{B50AC49C-E417-8E0F-65D8-B94639A4F314}"/>
          </ac:picMkLst>
        </pc:picChg>
        <pc:picChg chg="del mod">
          <ac:chgData name="Максим Савельев" userId="15bbd97c3feb820d" providerId="LiveId" clId="{2E56E7A8-F23E-40E7-8F16-FC52779875E5}" dt="2026-03-26T12:14:17.042" v="277" actId="478"/>
          <ac:picMkLst>
            <pc:docMk/>
            <pc:sldMk cId="3127110517" sldId="259"/>
            <ac:picMk id="6" creationId="{00000000-0000-0000-0000-000000000000}"/>
          </ac:picMkLst>
        </pc:picChg>
      </pc:sldChg>
      <pc:sldChg chg="addSp delSp modSp mod">
        <pc:chgData name="Максим Савельев" userId="15bbd97c3feb820d" providerId="LiveId" clId="{2E56E7A8-F23E-40E7-8F16-FC52779875E5}" dt="2026-03-26T13:41:58.748" v="383" actId="1076"/>
        <pc:sldMkLst>
          <pc:docMk/>
          <pc:sldMk cId="3253609145" sldId="260"/>
        </pc:sldMkLst>
        <pc:spChg chg="add del mod">
          <ac:chgData name="Максим Савельев" userId="15bbd97c3feb820d" providerId="LiveId" clId="{2E56E7A8-F23E-40E7-8F16-FC52779875E5}" dt="2026-03-26T13:37:16.854" v="374" actId="1076"/>
          <ac:spMkLst>
            <pc:docMk/>
            <pc:sldMk cId="3253609145" sldId="260"/>
            <ac:spMk id="2" creationId="{00000000-0000-0000-0000-000000000000}"/>
          </ac:spMkLst>
        </pc:spChg>
        <pc:spChg chg="add del mod">
          <ac:chgData name="Максим Савельев" userId="15bbd97c3feb820d" providerId="LiveId" clId="{2E56E7A8-F23E-40E7-8F16-FC52779875E5}" dt="2026-03-26T13:35:35.056" v="324" actId="478"/>
          <ac:spMkLst>
            <pc:docMk/>
            <pc:sldMk cId="3253609145" sldId="260"/>
            <ac:spMk id="4" creationId="{B415EF23-2991-E2BC-2DFC-7717EF6455DC}"/>
          </ac:spMkLst>
        </pc:spChg>
        <pc:picChg chg="add del mod">
          <ac:chgData name="Максим Савельев" userId="15bbd97c3feb820d" providerId="LiveId" clId="{2E56E7A8-F23E-40E7-8F16-FC52779875E5}" dt="2026-03-26T13:41:34.134" v="379" actId="478"/>
          <ac:picMkLst>
            <pc:docMk/>
            <pc:sldMk cId="3253609145" sldId="260"/>
            <ac:picMk id="5" creationId="{EAE407AC-836E-DEAC-6196-5C3E23545A0F}"/>
          </ac:picMkLst>
        </pc:picChg>
        <pc:picChg chg="add mod">
          <ac:chgData name="Максим Савельев" userId="15bbd97c3feb820d" providerId="LiveId" clId="{2E56E7A8-F23E-40E7-8F16-FC52779875E5}" dt="2026-03-26T13:41:58.748" v="383" actId="1076"/>
          <ac:picMkLst>
            <pc:docMk/>
            <pc:sldMk cId="3253609145" sldId="260"/>
            <ac:picMk id="6" creationId="{64947DA9-89C6-085A-C6E0-7E9C6DB84386}"/>
          </ac:picMkLst>
        </pc:picChg>
        <pc:picChg chg="del">
          <ac:chgData name="Максим Савельев" userId="15bbd97c3feb820d" providerId="LiveId" clId="{2E56E7A8-F23E-40E7-8F16-FC52779875E5}" dt="2026-03-26T13:41:28.306" v="375" actId="478"/>
          <ac:picMkLst>
            <pc:docMk/>
            <pc:sldMk cId="3253609145" sldId="260"/>
            <ac:picMk id="8" creationId="{960EA306-FC34-4704-9083-5E03F31D91C4}"/>
          </ac:picMkLst>
        </pc:picChg>
      </pc:sldChg>
      <pc:sldChg chg="addSp delSp modSp mod">
        <pc:chgData name="Максим Савельев" userId="15bbd97c3feb820d" providerId="LiveId" clId="{2E56E7A8-F23E-40E7-8F16-FC52779875E5}" dt="2026-03-26T13:46:04.048" v="436" actId="1076"/>
        <pc:sldMkLst>
          <pc:docMk/>
          <pc:sldMk cId="2227301329" sldId="261"/>
        </pc:sldMkLst>
        <pc:spChg chg="mod">
          <ac:chgData name="Максим Савельев" userId="15bbd97c3feb820d" providerId="LiveId" clId="{2E56E7A8-F23E-40E7-8F16-FC52779875E5}" dt="2026-03-26T13:42:35.965" v="428" actId="1076"/>
          <ac:spMkLst>
            <pc:docMk/>
            <pc:sldMk cId="2227301329" sldId="261"/>
            <ac:spMk id="2" creationId="{00000000-0000-0000-0000-000000000000}"/>
          </ac:spMkLst>
        </pc:spChg>
        <pc:picChg chg="add mod">
          <ac:chgData name="Максим Савельев" userId="15bbd97c3feb820d" providerId="LiveId" clId="{2E56E7A8-F23E-40E7-8F16-FC52779875E5}" dt="2026-03-26T13:46:04.048" v="436" actId="1076"/>
          <ac:picMkLst>
            <pc:docMk/>
            <pc:sldMk cId="2227301329" sldId="261"/>
            <ac:picMk id="3" creationId="{74E31340-44D2-52C9-12A3-EFC0F6884088}"/>
          </ac:picMkLst>
        </pc:picChg>
        <pc:picChg chg="del">
          <ac:chgData name="Максим Савельев" userId="15bbd97c3feb820d" providerId="LiveId" clId="{2E56E7A8-F23E-40E7-8F16-FC52779875E5}" dt="2026-03-26T13:42:45.168" v="429" actId="478"/>
          <ac:picMkLst>
            <pc:docMk/>
            <pc:sldMk cId="2227301329" sldId="261"/>
            <ac:picMk id="5" creationId="{00000000-0000-0000-0000-000000000000}"/>
          </ac:picMkLst>
        </pc:picChg>
      </pc:sldChg>
      <pc:sldChg chg="del">
        <pc:chgData name="Максим Савельев" userId="15bbd97c3feb820d" providerId="LiveId" clId="{2E56E7A8-F23E-40E7-8F16-FC52779875E5}" dt="2026-03-26T13:46:09.514" v="437" actId="47"/>
        <pc:sldMkLst>
          <pc:docMk/>
          <pc:sldMk cId="3735835669" sldId="262"/>
        </pc:sldMkLst>
      </pc:sldChg>
      <pc:sldChg chg="addSp delSp modSp mod">
        <pc:chgData name="Максим Савельев" userId="15bbd97c3feb820d" providerId="LiveId" clId="{2E56E7A8-F23E-40E7-8F16-FC52779875E5}" dt="2026-03-26T13:36:24.473" v="339" actId="1076"/>
        <pc:sldMkLst>
          <pc:docMk/>
          <pc:sldMk cId="1281040273" sldId="266"/>
        </pc:sldMkLst>
        <pc:spChg chg="mod">
          <ac:chgData name="Максим Савельев" userId="15bbd97c3feb820d" providerId="LiveId" clId="{2E56E7A8-F23E-40E7-8F16-FC52779875E5}" dt="2026-03-26T13:36:24.473" v="339" actId="1076"/>
          <ac:spMkLst>
            <pc:docMk/>
            <pc:sldMk cId="1281040273" sldId="266"/>
            <ac:spMk id="2" creationId="{00000000-0000-0000-0000-000000000000}"/>
          </ac:spMkLst>
        </pc:spChg>
        <pc:spChg chg="mod">
          <ac:chgData name="Максим Савельев" userId="15bbd97c3feb820d" providerId="LiveId" clId="{2E56E7A8-F23E-40E7-8F16-FC52779875E5}" dt="2026-03-26T12:17:20.764" v="321" actId="1076"/>
          <ac:spMkLst>
            <pc:docMk/>
            <pc:sldMk cId="1281040273" sldId="266"/>
            <ac:spMk id="3" creationId="{00000000-0000-0000-0000-000000000000}"/>
          </ac:spMkLst>
        </pc:spChg>
        <pc:picChg chg="add mod">
          <ac:chgData name="Максим Савельев" userId="15bbd97c3feb820d" providerId="LiveId" clId="{2E56E7A8-F23E-40E7-8F16-FC52779875E5}" dt="2026-03-26T12:15:02.612" v="319" actId="1076"/>
          <ac:picMkLst>
            <pc:docMk/>
            <pc:sldMk cId="1281040273" sldId="266"/>
            <ac:picMk id="4" creationId="{7E30E833-A9C1-9B53-7958-40E61537A5CB}"/>
          </ac:picMkLst>
        </pc:picChg>
        <pc:picChg chg="del mod">
          <ac:chgData name="Максим Савельев" userId="15bbd97c3feb820d" providerId="LiveId" clId="{2E56E7A8-F23E-40E7-8F16-FC52779875E5}" dt="2026-03-26T11:55:43.450" v="224" actId="478"/>
          <ac:picMkLst>
            <pc:docMk/>
            <pc:sldMk cId="1281040273" sldId="266"/>
            <ac:picMk id="5" creationId="{00000000-0000-0000-0000-000000000000}"/>
          </ac:picMkLst>
        </pc:picChg>
        <pc:picChg chg="mod">
          <ac:chgData name="Максим Савельев" userId="15bbd97c3feb820d" providerId="LiveId" clId="{2E56E7A8-F23E-40E7-8F16-FC52779875E5}" dt="2026-03-26T13:36:21.451" v="338" actId="1076"/>
          <ac:picMkLst>
            <pc:docMk/>
            <pc:sldMk cId="1281040273" sldId="266"/>
            <ac:picMk id="1026" creationId="{00000000-0000-0000-0000-000000000000}"/>
          </ac:picMkLst>
        </pc:picChg>
      </pc:sldChg>
      <pc:sldChg chg="modSp mod">
        <pc:chgData name="Максим Савельев" userId="15bbd97c3feb820d" providerId="LiveId" clId="{2E56E7A8-F23E-40E7-8F16-FC52779875E5}" dt="2026-03-26T11:28:01.764" v="100" actId="20577"/>
        <pc:sldMkLst>
          <pc:docMk/>
          <pc:sldMk cId="1484375060" sldId="267"/>
        </pc:sldMkLst>
        <pc:spChg chg="mod">
          <ac:chgData name="Максим Савельев" userId="15bbd97c3feb820d" providerId="LiveId" clId="{2E56E7A8-F23E-40E7-8F16-FC52779875E5}" dt="2026-03-26T11:27:51.949" v="73" actId="20577"/>
          <ac:spMkLst>
            <pc:docMk/>
            <pc:sldMk cId="1484375060" sldId="267"/>
            <ac:spMk id="6" creationId="{00000000-0000-0000-0000-000000000000}"/>
          </ac:spMkLst>
        </pc:spChg>
        <pc:spChg chg="mod">
          <ac:chgData name="Максим Савельев" userId="15bbd97c3feb820d" providerId="LiveId" clId="{2E56E7A8-F23E-40E7-8F16-FC52779875E5}" dt="2026-03-26T11:28:01.764" v="100" actId="20577"/>
          <ac:spMkLst>
            <pc:docMk/>
            <pc:sldMk cId="1484375060" sldId="267"/>
            <ac:spMk id="7" creationId="{00000000-0000-0000-0000-000000000000}"/>
          </ac:spMkLst>
        </pc:spChg>
      </pc:sldChg>
      <pc:sldChg chg="addSp delSp modSp mod delAnim modAnim">
        <pc:chgData name="Максим Савельев" userId="15bbd97c3feb820d" providerId="LiveId" clId="{2E56E7A8-F23E-40E7-8F16-FC52779875E5}" dt="2026-03-26T13:47:06.296" v="447" actId="1076"/>
        <pc:sldMkLst>
          <pc:docMk/>
          <pc:sldMk cId="569528145" sldId="268"/>
        </pc:sldMkLst>
        <pc:picChg chg="add mod">
          <ac:chgData name="Максим Савельев" userId="15bbd97c3feb820d" providerId="LiveId" clId="{2E56E7A8-F23E-40E7-8F16-FC52779875E5}" dt="2026-03-26T13:47:06.296" v="447" actId="1076"/>
          <ac:picMkLst>
            <pc:docMk/>
            <pc:sldMk cId="569528145" sldId="268"/>
            <ac:picMk id="4" creationId="{0C4B38F6-06AC-649B-CDAA-C08D4C7E885D}"/>
          </ac:picMkLst>
        </pc:picChg>
        <pc:picChg chg="del mod">
          <ac:chgData name="Максим Савельев" userId="15bbd97c3feb820d" providerId="LiveId" clId="{2E56E7A8-F23E-40E7-8F16-FC52779875E5}" dt="2026-03-26T13:46:39.320" v="439" actId="478"/>
          <ac:picMkLst>
            <pc:docMk/>
            <pc:sldMk cId="569528145" sldId="268"/>
            <ac:picMk id="6" creationId="{CE5A2BFE-D3C9-482C-A253-E0426867D7D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EF990-DD85-4136-A6BC-8E5B529C2982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D6DD4-9AFF-4886-BF05-8C8E3E55BD1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708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CD6DD4-9AFF-4886-BF05-8C8E3E55BD1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415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4A634-00A8-5159-DD78-760A0988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437776A-ED7C-9573-DCE7-359AEBFE3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0C58CBF-C88A-919B-7129-B0118EB6E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6A68734-18A1-0095-246D-65AD62AA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CD6DD4-9AFF-4886-BF05-8C8E3E55BD1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503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DF7A0-907A-424C-9CF3-0F5583693E85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8864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016B4-AC17-4BB3-B878-C0B794C60107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868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044FE-1059-47D2-8D17-D5145EC4DC73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5928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B14E4-2C1A-48FF-946D-1EE947BD43BE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833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62326-60BE-4ED8-9AB3-348015B01A42}" type="datetime1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87139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8F718-54ED-4488-B69F-8EA50212C659}" type="datetime1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8760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4A71A-73A3-4674-802C-BFDA1A886B0B}" type="datetime1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758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1ADC-A5A3-4D7A-A146-31201351E537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2298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B61FE-09A0-4C8C-8367-6C1991BA34B0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268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96EC1-3502-4F57-B3EC-EBE46B7614A6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59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7B2D4-3998-4FE9-A534-4F5E0B5F3DF2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168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4F41DF-B08C-494C-8C0D-92C5746F97A3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A3B30A-8385-465D-9E5E-1D615AB9C4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226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30465" y="2382610"/>
            <a:ext cx="11009088" cy="974818"/>
          </a:xfrm>
        </p:spPr>
        <p:txBody>
          <a:bodyPr>
            <a:noAutofit/>
          </a:bodyPr>
          <a:lstStyle/>
          <a:p>
            <a:r>
              <a:rPr lang="ru-RU" sz="9600" b="1" dirty="0" err="1"/>
              <a:t>Chinese</a:t>
            </a:r>
            <a:r>
              <a:rPr lang="ru-RU" sz="9600" b="1" dirty="0"/>
              <a:t> Learning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52447" y="2990589"/>
            <a:ext cx="11488058" cy="876822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Китайский </a:t>
            </a: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</a:t>
            </a: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быстро и удобно</a:t>
            </a:r>
          </a:p>
        </p:txBody>
      </p:sp>
      <p:sp>
        <p:nvSpPr>
          <p:cNvPr id="8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3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57DE2A8D-A3FD-C8E1-F755-934090F4A5C9}"/>
              </a:ext>
            </a:extLst>
          </p:cNvPr>
          <p:cNvSpPr txBox="1">
            <a:spLocks/>
          </p:cNvSpPr>
          <p:nvPr/>
        </p:nvSpPr>
        <p:spPr>
          <a:xfrm>
            <a:off x="3172964" y="4862213"/>
            <a:ext cx="11488058" cy="87682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Выполнили: Савельев Максим</a:t>
            </a:r>
          </a:p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</a:t>
            </a:r>
            <a:r>
              <a:rPr lang="ru-RU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Ташкараев</a:t>
            </a: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Руслан</a:t>
            </a:r>
          </a:p>
        </p:txBody>
      </p:sp>
    </p:spTree>
    <p:extLst>
      <p:ext uri="{BB962C8B-B14F-4D97-AF65-F5344CB8AC3E}">
        <p14:creationId xmlns:p14="http://schemas.microsoft.com/office/powerpoint/2010/main" val="128104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9903" y="-11548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11618" y="741687"/>
            <a:ext cx="11368763" cy="5363077"/>
          </a:xfrm>
        </p:spPr>
        <p:txBody>
          <a:bodyPr>
            <a:no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  и задачи проекта </a:t>
            </a:r>
          </a:p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веб-приложение для самостоятельного изучения китайского языка, которое обеспечивает: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системное пополнение словарного запаса через интерактивные карточки и тематические уроки;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отработку навыков перевода слов и предложений с автоматической проверкой;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знакомство с историческими материалами Китая для повышения мотивации и культурного контекста;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персонализированный прогресс пользователя (регистрация, авторизация, сохранение результатов);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64291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532DA-102E-6972-EC6B-76CFB52D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>
            <a:extLst>
              <a:ext uri="{FF2B5EF4-FFF2-40B4-BE49-F238E27FC236}">
                <a16:creationId xmlns:a16="http://schemas.microsoft.com/office/drawing/2014/main" id="{1DE61AEA-D12B-6134-142D-289458100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9903" y="-11548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3202DF1-76DE-1014-2AD5-757834ABC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1618" y="696864"/>
            <a:ext cx="11368763" cy="5228807"/>
          </a:xfrm>
        </p:spPr>
        <p:txBody>
          <a:bodyPr>
            <a:no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4801C1E-3968-BB2C-FE73-C01BA794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2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84461B5-FD05-011C-B870-7E1D50158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1570" y="2819946"/>
            <a:ext cx="4708858" cy="3571890"/>
          </a:xfrm>
          <a:prstGeom prst="rect">
            <a:avLst/>
          </a:prstGeom>
        </p:spPr>
      </p:pic>
      <p:sp>
        <p:nvSpPr>
          <p:cNvPr id="13" name="Подзаголовок 2">
            <a:extLst>
              <a:ext uri="{FF2B5EF4-FFF2-40B4-BE49-F238E27FC236}">
                <a16:creationId xmlns:a16="http://schemas.microsoft.com/office/drawing/2014/main" id="{6ED407A4-3145-BC9A-F61D-9867D5F300C2}"/>
              </a:ext>
            </a:extLst>
          </p:cNvPr>
          <p:cNvSpPr txBox="1">
            <a:spLocks/>
          </p:cNvSpPr>
          <p:nvPr/>
        </p:nvSpPr>
        <p:spPr>
          <a:xfrm>
            <a:off x="351970" y="1554886"/>
            <a:ext cx="11488058" cy="8768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входе на сайт есть окно с  выбором </a:t>
            </a:r>
          </a:p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регистрации или авторизации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0106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13678" y="-634795"/>
            <a:ext cx="11878322" cy="2387600"/>
          </a:xfrm>
        </p:spPr>
        <p:txBody>
          <a:bodyPr>
            <a:norm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Разделы  веб-приложения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5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271D688-DB52-9522-B1E6-C0CC3E7FC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75" y="4870335"/>
            <a:ext cx="11677650" cy="647700"/>
          </a:xfrm>
          <a:prstGeom prst="rect">
            <a:avLst/>
          </a:prstGeom>
        </p:spPr>
      </p:pic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7CCC1A66-E9E0-74C9-6F4C-0177B75116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767" y="1752805"/>
            <a:ext cx="11488058" cy="876822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 включает в себя: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3F95D0-0C7E-5F2C-C5D1-357A866901B8}"/>
              </a:ext>
            </a:extLst>
          </p:cNvPr>
          <p:cNvSpPr txBox="1"/>
          <p:nvPr/>
        </p:nvSpPr>
        <p:spPr>
          <a:xfrm>
            <a:off x="759199" y="2521059"/>
            <a:ext cx="61318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раздел «Уроки»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«Слова», «Карточки», «История», «Практика»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312711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18565"/>
            <a:ext cx="9144000" cy="1538437"/>
          </a:xfrm>
        </p:spPr>
        <p:txBody>
          <a:bodyPr>
            <a:norm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«Уроки»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6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A022DD-065B-9042-D59C-7C2BA709B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94" y="1718591"/>
            <a:ext cx="11488058" cy="1056976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состоит  из основ грамматики и Китайского языка в целом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F2F7362-2076-C1C8-20DF-FA059B1BB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50" y="2913550"/>
            <a:ext cx="9862680" cy="124176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01ECC4D-4633-5359-E236-F1ED99AF7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234279"/>
            <a:ext cx="10506075" cy="10287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9E9AFD1-30CA-9300-D2F9-C55E183E24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2152" y="5383638"/>
            <a:ext cx="10515600" cy="100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60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66919" y="277706"/>
            <a:ext cx="10333608" cy="1983004"/>
          </a:xfrm>
        </p:spPr>
        <p:txBody>
          <a:bodyPr>
            <a:no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«Слова»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7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883EEAB7-D705-B7C6-2BDC-82FC630FC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53" y="1682732"/>
            <a:ext cx="11488058" cy="3830562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состоит  из слов, которые обязательны для определённого уровня. Модно скачать файл со всеми словами</a:t>
            </a:r>
          </a:p>
          <a:p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Каждое слово включает: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Написание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Транскрипцию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Перевод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1201D1F-766B-6CB9-3A57-A56804DF4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1784" y="2994563"/>
            <a:ext cx="6857525" cy="320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301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4B2F9-0296-B6D3-280C-398CA3EC5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>
            <a:extLst>
              <a:ext uri="{FF2B5EF4-FFF2-40B4-BE49-F238E27FC236}">
                <a16:creationId xmlns:a16="http://schemas.microsoft.com/office/drawing/2014/main" id="{29CCF40D-5E7F-BFB2-11E7-2864F30E41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FB5860-A9F5-11C5-D3B8-521BF10C4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919" y="277706"/>
            <a:ext cx="10333608" cy="1983004"/>
          </a:xfrm>
        </p:spPr>
        <p:txBody>
          <a:bodyPr>
            <a:no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«Карточки»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Номер слайда 6">
            <a:extLst>
              <a:ext uri="{FF2B5EF4-FFF2-40B4-BE49-F238E27FC236}">
                <a16:creationId xmlns:a16="http://schemas.microsoft.com/office/drawing/2014/main" id="{0162F9C0-0BF7-5626-7BC0-DC005F0E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7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30C3F28C-3D05-2283-9FA1-37F9F49433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53" y="1682732"/>
            <a:ext cx="11488058" cy="3830562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помогает изучить как отдельные слова, так и целые фразы наиболее удобным способом</a:t>
            </a:r>
          </a:p>
          <a:p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B2693A8-9455-8E1C-7173-817C63101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475" y="2721373"/>
            <a:ext cx="6492495" cy="396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84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6EDF5-7F56-CE11-AB4D-3EA3D17B4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>
            <a:extLst>
              <a:ext uri="{FF2B5EF4-FFF2-40B4-BE49-F238E27FC236}">
                <a16:creationId xmlns:a16="http://schemas.microsoft.com/office/drawing/2014/main" id="{938E4490-A0E5-B532-57F1-4C9D3F4B2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F7FB2C-0303-1D8F-7609-514576A812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18565"/>
            <a:ext cx="9144000" cy="1538437"/>
          </a:xfrm>
        </p:spPr>
        <p:txBody>
          <a:bodyPr>
            <a:norm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«История»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37DC221-2770-5415-E01A-38070C18E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6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184D0D-47D4-12A0-3820-DB78BE0E47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94" y="1612226"/>
            <a:ext cx="11488058" cy="1056976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состоит из главных моментов истории Китая с возможностью перейти на сайты для изучения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2B5F2E-79D8-00E3-746F-B6693DD38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94" y="2669202"/>
            <a:ext cx="6611741" cy="363704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1F726E7-D3C0-070F-6D03-DDE188D0A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982" y="3379679"/>
            <a:ext cx="4809327" cy="180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516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4BC51-ED7D-91BE-5716-36C0D6F5A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>
            <a:extLst>
              <a:ext uri="{FF2B5EF4-FFF2-40B4-BE49-F238E27FC236}">
                <a16:creationId xmlns:a16="http://schemas.microsoft.com/office/drawing/2014/main" id="{D35EC453-D08A-73FE-D8BA-78AD94261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6BA801-6A08-28E8-D2CD-536265520C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919" y="277706"/>
            <a:ext cx="10333608" cy="1983004"/>
          </a:xfrm>
        </p:spPr>
        <p:txBody>
          <a:bodyPr>
            <a:no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«Практика»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Номер слайда 6">
            <a:extLst>
              <a:ext uri="{FF2B5EF4-FFF2-40B4-BE49-F238E27FC236}">
                <a16:creationId xmlns:a16="http://schemas.microsoft.com/office/drawing/2014/main" id="{6DE87C50-41BB-7DA0-F5A8-8B70FFEA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7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513A775-5096-BDBA-E8B9-2CE04CA24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53" y="1682732"/>
            <a:ext cx="11488058" cy="3830562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включает практику слов и предложений</a:t>
            </a:r>
          </a:p>
          <a:p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F358CAB-196C-8656-EBF6-44B0AEFA3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11" y="2260710"/>
            <a:ext cx="5646277" cy="443472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BDBCBBA-EA1C-A479-B20D-F70364FB3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007" y="2232989"/>
            <a:ext cx="4686123" cy="449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37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0504-650E-ABB0-BD43-B34E8A12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>
            <a:extLst>
              <a:ext uri="{FF2B5EF4-FFF2-40B4-BE49-F238E27FC236}">
                <a16:creationId xmlns:a16="http://schemas.microsoft.com/office/drawing/2014/main" id="{6A7BC8D3-AE18-5F70-B609-2B2C54C5F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5AEF23-8870-4D84-0DE7-F57245E47F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919" y="277706"/>
            <a:ext cx="10333608" cy="1983004"/>
          </a:xfrm>
        </p:spPr>
        <p:txBody>
          <a:bodyPr>
            <a:no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 пользователя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Номер слайда 6">
            <a:extLst>
              <a:ext uri="{FF2B5EF4-FFF2-40B4-BE49-F238E27FC236}">
                <a16:creationId xmlns:a16="http://schemas.microsoft.com/office/drawing/2014/main" id="{1CEF6E9C-9AAE-B1DF-B670-E1611862D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7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33EB65BA-C51B-E26A-6771-45697BABDF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53" y="1682732"/>
            <a:ext cx="11488058" cy="3830562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показывает место в рейтинге всех зарегистрированных пользователей сайта и очки рейтинга</a:t>
            </a:r>
          </a:p>
          <a:p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3A1D768-DA0D-A475-ECC1-70CC885A1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48" y="2771245"/>
            <a:ext cx="4211268" cy="391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227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38DB3-64C1-B213-D2F1-3CE8DC8EF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>
            <a:extLst>
              <a:ext uri="{FF2B5EF4-FFF2-40B4-BE49-F238E27FC236}">
                <a16:creationId xmlns:a16="http://schemas.microsoft.com/office/drawing/2014/main" id="{A080B585-194D-7FF8-A579-A26D25A09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8E81F6-61AB-27E1-80D7-432BF08814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31991" y="1250383"/>
            <a:ext cx="11009088" cy="974818"/>
          </a:xfrm>
        </p:spPr>
        <p:txBody>
          <a:bodyPr>
            <a:noAutofit/>
          </a:bodyPr>
          <a:lstStyle/>
          <a:p>
            <a:r>
              <a:rPr lang="ru-RU" sz="9600" b="1" dirty="0" err="1"/>
              <a:t>Chinese</a:t>
            </a:r>
            <a:r>
              <a:rPr lang="ru-RU" sz="9600" b="1" dirty="0"/>
              <a:t> Learning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CA63077-0D6B-0B1C-3BEF-CD05E50A5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1971" y="1913635"/>
            <a:ext cx="11488058" cy="876822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Итоги разработки</a:t>
            </a:r>
          </a:p>
        </p:txBody>
      </p:sp>
      <p:sp>
        <p:nvSpPr>
          <p:cNvPr id="8" name="Номер слайда 6">
            <a:extLst>
              <a:ext uri="{FF2B5EF4-FFF2-40B4-BE49-F238E27FC236}">
                <a16:creationId xmlns:a16="http://schemas.microsoft.com/office/drawing/2014/main" id="{3CFC691F-5E68-A3DA-0153-87C7EB926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6109" y="6504423"/>
            <a:ext cx="2743200" cy="365125"/>
          </a:xfrm>
        </p:spPr>
        <p:txBody>
          <a:bodyPr/>
          <a:lstStyle/>
          <a:p>
            <a:r>
              <a:rPr lang="ru-RU" dirty="0"/>
              <a:t>3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72F42D47-ED45-2DCC-2BDD-82FDC544DE69}"/>
              </a:ext>
            </a:extLst>
          </p:cNvPr>
          <p:cNvSpPr txBox="1">
            <a:spLocks/>
          </p:cNvSpPr>
          <p:nvPr/>
        </p:nvSpPr>
        <p:spPr>
          <a:xfrm>
            <a:off x="351971" y="3163250"/>
            <a:ext cx="11488058" cy="383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Создано работающее веб-приложение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авторизацией.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Реализованы: лексика, практика, история Китая и карточки.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Имеется база данных с китайскими выражениями с словами.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отслеживание персонального прогресса пользователя.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7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фон для презентации: 13 тыс изображений найдено в Яндекс.Картинках |  Розетки, Шаблоны power point, Шаблоны сертификатов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67446" cy="686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61723" y="2192056"/>
            <a:ext cx="9144000" cy="2580360"/>
          </a:xfrm>
        </p:spPr>
        <p:txBody>
          <a:bodyPr>
            <a:normAutofit/>
          </a:bodyPr>
          <a:lstStyle/>
          <a:p>
            <a: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 !</a:t>
            </a:r>
            <a:br>
              <a:rPr lang="ru-RU" sz="66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6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334123" y="6492875"/>
            <a:ext cx="2743200" cy="365125"/>
          </a:xfrm>
        </p:spPr>
        <p:txBody>
          <a:bodyPr/>
          <a:lstStyle/>
          <a:p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41631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272</Words>
  <Application>Microsoft Office PowerPoint</Application>
  <PresentationFormat>Широкоэкранный</PresentationFormat>
  <Paragraphs>57</Paragraphs>
  <Slides>12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Chinese Learning</vt:lpstr>
      <vt:lpstr>Презентация PowerPoint</vt:lpstr>
      <vt:lpstr>Презентация PowerPoint</vt:lpstr>
      <vt:lpstr>Разделы  веб-приложения</vt:lpstr>
      <vt:lpstr>Раздел «Уроки» </vt:lpstr>
      <vt:lpstr>Раздел «Слова» </vt:lpstr>
      <vt:lpstr>Раздел «Карточки» </vt:lpstr>
      <vt:lpstr>Раздел «История» </vt:lpstr>
      <vt:lpstr>Раздел «Практика» </vt:lpstr>
      <vt:lpstr>Профиль пользователя </vt:lpstr>
      <vt:lpstr>Chinese Learning</vt:lpstr>
      <vt:lpstr>Спасибо за внимание 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Сергей Савельев</dc:creator>
  <cp:lastModifiedBy>Максим Савельев</cp:lastModifiedBy>
  <cp:revision>19</cp:revision>
  <dcterms:created xsi:type="dcterms:W3CDTF">2020-10-09T12:04:51Z</dcterms:created>
  <dcterms:modified xsi:type="dcterms:W3CDTF">2026-05-13T22:34:43Z</dcterms:modified>
</cp:coreProperties>
</file>